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by Treatment Type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82880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Hodgkin Lymphoma Cohort — UF Health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743200"/>
            <a:ext cx="8229600" cy="2743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Total Cohort: N = 8,770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Chemotherapy: N = 7,337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Radiation: N = 1,207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Transplant: N = 952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Overview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enrolled patients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537648"/>
                <a:gridCol w="1298283"/>
              </a:tblGrid>
              <a:tr h="350806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Diagnosis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647 (7.4%)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338 (3.9%)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 (36%)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2,945 (33.6%)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809 (9.2%)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536 (6.1%)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 (22.1%)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1,090 (12.4%)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211 (2.4%)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154 (1.8%)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 (0.7%)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(0.3%)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181 (2.1%)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132 (1.5%)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1,658 (18.9%)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3,456 (39.4%)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— All Patients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date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71792"/>
                <a:gridCol w="2095692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382 (4.4%)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1,592 (18.2%)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562 (6.4%)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860 (9.8%)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 (0.6%)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141 (1.6%)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262 (3%)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4,887 (55.7%)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Treatment)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537648"/>
                <a:gridCol w="1133394"/>
                <a:gridCol w="1133394"/>
              </a:tblGrid>
              <a:tr h="350806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621 (8.5%)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495 (6.7%)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704 (9.6%)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2,574 (35.1%)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2,271 (31%)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1,810 (24.7%)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531 (7.2%)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305 (4.2%)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544 (7.4%)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1,787 (24.4%)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1,670 (22.8%)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1,464 (20%)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 (1.3%)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99 (1.3%)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195 (2.7%)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277 (3.8%)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233 (3.2%)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 (0.7%)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93 (1.3%)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68 (0.9%)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162 (2.2%)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189 (2.6%)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222 (3%)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1,321 (18%)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1,911 (26%)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2,193 (29.9%)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date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2095692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380 (5.2%)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1,555 (21.2%)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543 (7.4%)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854 (11.6%)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 (0.7%)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141 (1.9%)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262 (3.6%)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3,518 (47.9%)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537648"/>
                <a:gridCol w="1285881"/>
                <a:gridCol w="1259588"/>
              </a:tblGrid>
              <a:tr h="350806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(4.9%)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 (3.1%)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(3.3%)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639 (52.9%)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590 (48.9%)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577 (47.8%)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114 (9.4%)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 (7.9%)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105 (8.7%)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206 (17.1%)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(9.9%)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(1.3%)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 (1.5%)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153 (12.7%)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324 (26.8%)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333 (27.6%)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date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2095692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(3.3%)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428 (35.5%)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125 (10.4%)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(8.3%)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(1.2%)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 (2.4%)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465 (38.5%)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SCT — N = 952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537648"/>
                <a:gridCol w="1012223"/>
                <a:gridCol w="1012223"/>
              </a:tblGrid>
              <a:tr h="350806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 (5%)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 (5.5%)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(34.8%)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281 (29.5%)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218 (22.9%)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45 (4.7%)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(8.7%)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249 (26.2%)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225 (23.6%)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194 (20.4%)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(2.6%)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(2.9%)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222 (23.3%)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309 (32.5%)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348 (36.6%)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date — N = 952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2095692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 (4.6%)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140 (14.7%)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 (6.5%)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(10.5%)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(1.7%)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 (3.9%)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548 (57.6%)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Diagnosis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 HL diagnosis: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663284"/>
                <a:gridCol w="1671036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Covers Window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Does Not Cover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(6.1%)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232 (3.3%)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596 (34.3%)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2,349 (33.4%)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(12.7%)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(4.5%)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243 (14%)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847 (12%)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(1.1%)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 (1%)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(1.7%)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 (0.4%)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 (1.8%)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486 (28%)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2,970 (42.2%)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chemo: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956538"/>
                <a:gridCol w="1749790"/>
                <a:gridCol w="1930245"/>
                <a:gridCol w="1723497"/>
              </a:tblGrid>
              <a:tr h="34981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(5.9%)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404 (7%)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136 (7.7%)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568 (10.2%)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448 (29.2%)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1,823 (31.4%)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499 (28.2%)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1,311 (23.5%)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(5.7%)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217 (3.7%)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(6.8%)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424 (7.6%)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(18.9%)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1,380 (23.8%)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293 (16.6%)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1,171 (21%)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104 (1.8%)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(0.9%)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(1.5%)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46 (3%)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231 (4%)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(1.4%)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208 (3.7%)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89 (1.5%)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 (1.1%)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 (2%)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158 (2.7%)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 (1.8%)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190 (3.4%)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512 (33.4%)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1,399 (24.1%)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642 (36.3%)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1,551 (27.9%)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radiation: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2152743"/>
                <a:gridCol w="1945996"/>
                <a:gridCol w="2126450"/>
                <a:gridCol w="1919703"/>
              </a:tblGrid>
              <a:tr h="34981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 (5.2%)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(6.1%)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(1.9%)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156 (38.8%)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434 (53.9%)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(37.8%)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422 (52.9%)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 (9%)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(7.3%)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(9.8%)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 (8.2%)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(14.9%)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(8.2%)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61 (14.9%)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(29.1%)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207 (25.7%)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(28.5%)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216 (27.1%)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SCT: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404323"/>
                <a:gridCol w="1738504"/>
                <a:gridCol w="1531757"/>
                <a:gridCol w="1712211"/>
                <a:gridCol w="1505464"/>
              </a:tblGrid>
              <a:tr h="34981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Covers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Gap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(7.9%)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(8.7%)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 (3.8%)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(16.9%)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(37.1%)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 (13.6%)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174 (27.7%)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(5.5%)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(5.9%)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 (10.2%)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(32.9%)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(18.1%)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(27.2%)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(16.9%)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9814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Self-pay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(2.2%)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(2.4%)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Unavailable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&lt;11 (*)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(2.1%)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Unknown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(33.7%)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189 (31.7%)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125 (38.7%)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223 (35.5%)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2C3E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Unknown Post-Treatment Payer — Encounter Breakdown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3152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7F8C8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with Unknown post-treatment payer: how many encounters exist after last treatment?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188720"/>
          <a:ext cx="8229600" cy="4572000"/>
        </p:xfrm>
        <a:graphic>
          <a:graphicData uri="http://schemas.openxmlformats.org/drawingml/2006/table">
            <a:tbl>
              <a:tblPr/>
              <a:tblGrid>
                <a:gridCol w="1330777"/>
                <a:gridCol w="1133394"/>
              </a:tblGrid>
              <a:tr h="348574"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Patients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25400">
                      <a:solidFill>
                        <a:srgbClr val="2C3E50">
                          <a:alpha val="100000"/>
                        </a:srgbClr>
                      </a:solidFill>
                      <a:prstDash val="solid"/>
                    </a:lnT>
                    <a:lnB algn="ctr" cmpd="sng" cap="flat" w="12700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2C3E50">
                        <a:alpha val="10000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(56.1%)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1-5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809 (23.1%)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6-10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264 (7.5%)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11-20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211 (6%)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0016">
                <a:tc>
                  <a:txBody>
                    <a:bodyPr/>
                    <a:lstStyle/>
                    <a:p>
                      <a:pPr algn="l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21+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0" marR="508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cap="none" sz="10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252 (7.2%)</a:t>
                      </a:r>
                    </a:p>
                  </a:txBody>
                  <a:tcPr anchor="ctr" marB="50800" marT="508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BDC3C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ggarvan</cp:lastModifiedBy>
  <cp:revision>3</cp:revision>
  <dcterms:created xsi:type="dcterms:W3CDTF">2017-02-13T16:18:36Z</dcterms:created>
  <dcterms:modified xsi:type="dcterms:W3CDTF">2026-03-26T12:50:59Z</dcterms:modified>
  <cp:category/>
</cp:coreProperties>
</file>