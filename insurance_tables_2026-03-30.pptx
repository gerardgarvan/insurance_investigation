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097280"/>
            <a:ext cx="8229600" cy="9144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by Treatment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743200" y="1828800"/>
          <a:ext cx="3657600" cy="54864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6576">
                <a:tc>
                  <a:txBody>
                    <a:bodyPr/>
                    <a:lstStyle/>
                    <a:p>
                      <a:pPr algn="l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sz="100" i="0" b="0" u="none" strike="noStrike">
                        <a:solidFill>
                          <a:srgbClr val="FA4616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" i="0" b="0" u="none" strike="noStrike">
                          <a:solidFill>
                            <a:srgbClr val="FA461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461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011680"/>
            <a:ext cx="82296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Hodgkin Lymphoma Cohort — UF Health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2743200"/>
            <a:ext cx="8229600" cy="13716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Total Cohort: N = 8,770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Chemotherapy: N = 7,337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Radiation: N = 1,207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Transplant: N = 952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Overview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enrolled patients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Diagnosis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647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338 (3.9%)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 (36%)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2,945 (33.6%)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809 (9.2%)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536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 (22.1%)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1,090 (12.4%)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211 (2.4%)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154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181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132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1,658 (18.9%)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3,456 (39.4%)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— All Patients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(15.7%)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163 (1.9%)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5,613 (64%)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621 (8.5%)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495 (6.7%)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704 (9.6%)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2,574 (35.1%)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2,271 (31%)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1,810 (24.7%)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531 (7.2%)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305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544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1,787 (24.4%)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1,670 (22.8%)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1,464 (20%)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99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195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277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233 (3.2%)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93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68 (0.9%)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162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189 (2.6%)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222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1,321 (18%)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1,911 (26%)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2,193 (29.9%)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1,398 (19.1%)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472 (6.4%)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709 (9.7%)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162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4,170 (56.8%)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639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590 (48.9%)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577 (47.8%)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114 (9.4%)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105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206 (17.1%)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153 (12.7%)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324 (26.8%)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333 (27.6%)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521 (43.2%)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137 (11.4%)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122 (10.1%)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342 (28.3%)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SCT — N = 952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(34.8%)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281 (29.5%)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218 (22.9%)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45 (4.7%)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249 (26.2%)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225 (23.6%)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194 (20.4%)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(2.6%)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222 (23.3%)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309 (32.5%)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348 (36.6%)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SCT — N = 952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170 (17.9%)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(16.3%)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445 (46.7%)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Diagnosis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 HL diagnosis: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Covers Window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Does Not Cover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232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596 (34.3%)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2,349 (33.4%)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(12.7%)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(4.5%)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243 (14%)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847 (12%)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486 (28%)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2,970 (42.2%)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chemo: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404 (7%)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136 (7.7%)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568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448 (29.2%)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1,823 (31.4%)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499 (28.2%)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1,311 (23.5%)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217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424 (7.6%)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1,380 (23.8%)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293 (16.6%)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1,171 (21%)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104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46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231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89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158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190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512 (33.4%)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1,399 (24.1%)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642 (36.3%)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1,551 (27.9%)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radiation: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 (5.2%)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(1.9%)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156 (38.8%)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434 (53.9%)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(37.8%)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422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 (9%)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(9.8%)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61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(29.1%)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207 (25.7%)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(28.5%)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216 (27.1%)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SCT: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(37.1%)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 (13.6%)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174 (27.7%)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(32.9%)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(18.1%)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(27.2%)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(16.9%)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 (0.3%)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(33.7%)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189 (31.7%)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125 (38.7%)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223 (35.5%)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Treatment = Last Encounter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whose last treatment was within ±30 days of their last encounter (no follow-up)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28238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Treatment Type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With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Tx = Last Encounter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Had Follow-up Encounters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13033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Any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7,384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3,063 (41.5%)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4,321 (58.5%)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Chemotherapy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7,302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2,956 (40.5%)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4,346 (59.5%)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1,111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73 (6.6%)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1,038 (93.4%)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594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Stem Cell Transplant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928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199 (21.4%)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729 (78.6%)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Unknown Post-Treatment Payer — Encounter Breakdown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with Unknown post-treatment payer: how many encounters exist after last treatment?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6874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Patients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(46.5%)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1-5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1,372 (32.5%)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6-10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318 (7.5%)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11-20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261 (6.2%)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21+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311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After Last Treatment — Dataset Retention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7,384 treated patients: 5,419 (73.4%) still in dataset, 1,965 (26.6%) no longer in dataset | 1,386 had no recorded treatment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32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Still in Dataset (N=5,419)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Longer in Dataset (N=1,965)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(25.4%)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213 (10.8%)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90 (4.6%)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(13.1%)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530 (27%)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79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163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 (4.4%)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614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2,262 (41.7%)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611 (31.1%)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1693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Payer Match)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02057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Treatment Recorded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ggarvan</cp:lastModifiedBy>
  <cp:revision>3</cp:revision>
  <dcterms:created xsi:type="dcterms:W3CDTF">2017-02-13T16:18:36Z</dcterms:created>
  <dcterms:modified xsi:type="dcterms:W3CDTF">2026-03-30T15:36:02Z</dcterms:modified>
  <cp:category/>
</cp:coreProperties>
</file>